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58A4F3-8D86-4FA4-8355-6682984D4504}">
  <a:tblStyle styleId="{2B58A4F3-8D86-4FA4-8355-6682984D45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57864"/>
  </p:normalViewPr>
  <p:slideViewPr>
    <p:cSldViewPr snapToGrid="0">
      <p:cViewPr varScale="1">
        <p:scale>
          <a:sx n="89" d="100"/>
          <a:sy n="89" d="100"/>
        </p:scale>
        <p:origin x="1264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91326d8e6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91326d8e6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" altLang="zh-TW" sz="1100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TCA  x  </a:t>
            </a:r>
            <a:r>
              <a:rPr lang="zh-TW" altLang="en-US" sz="1100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桃園航勤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91326d8e6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91326d8e6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aaccfcd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8aaccfcd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91326d8e6_2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91326d8e6_2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91326d8e6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91326d8e6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91326d8e6_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91326d8e6_2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91326d8e6_2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91326d8e6_2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f91326d8e6_2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f91326d8e6_2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91326d8e6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91326d8e6_2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91326d8e6_2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f91326d8e6_2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/>
              <a:t>時程規劃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1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0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5400000">
            <a:off x="2001100" y="-1993550"/>
            <a:ext cx="5136000" cy="91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481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811325" y="1743900"/>
            <a:ext cx="6246600" cy="1655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TCA  x  桃園航勤</a:t>
            </a:r>
            <a:endParaRPr sz="3000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智慧手推車展示影片</a:t>
            </a:r>
            <a:endParaRPr sz="2300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Video Plan</a:t>
            </a:r>
            <a:endParaRPr sz="1800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923575" y="3466125"/>
            <a:ext cx="82821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3"/>
          <p:cNvSpPr/>
          <p:nvPr/>
        </p:nvSpPr>
        <p:spPr>
          <a:xfrm>
            <a:off x="922000" y="3459875"/>
            <a:ext cx="3384000" cy="7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864975" y="4087225"/>
            <a:ext cx="3079800" cy="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2024.OCT by OSENSE tech</a:t>
            </a:r>
            <a:endParaRPr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1124250" y="1979400"/>
            <a:ext cx="6895500" cy="23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使用時機：</a:t>
            </a:r>
            <a:endParaRPr b="1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TCA競賽展示、教育訓練、未來推廣產品demo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影音目的：</a:t>
            </a:r>
            <a:endParaRPr b="1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展示BLE Beacon導航定位系統，使用及情境展演操作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b="1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片長</a:t>
            </a:r>
            <a:r>
              <a:rPr lang="zh-TW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：2-3分鐘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支數：1支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規格：1920x1080(HD)</a:t>
            </a:r>
            <a:endParaRPr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877875" y="1682425"/>
            <a:ext cx="0" cy="2692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68;p14"/>
          <p:cNvSpPr txBox="1"/>
          <p:nvPr/>
        </p:nvSpPr>
        <p:spPr>
          <a:xfrm>
            <a:off x="811325" y="916100"/>
            <a:ext cx="3931800" cy="509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智慧手推車展示影片</a:t>
            </a:r>
            <a:endParaRPr sz="3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2606150" y="285150"/>
            <a:ext cx="3931800" cy="509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REFERENCE</a:t>
            </a:r>
            <a:endParaRPr sz="3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606100" y="4155400"/>
            <a:ext cx="3931800" cy="509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動畫風格 / 節奏參考</a:t>
            </a:r>
            <a:endParaRPr sz="1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43975" y="455450"/>
          <a:ext cx="8656050" cy="4183085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秒數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片頭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T1大廳空景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鏡頭緩緩往前平移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文本：智慧手推車操作介紹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動畫參考REFERENCE風格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跳出邊框，畫面糊焦，標題跳出來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(ㄧ)出境大廳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標題頁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純動畫展示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文本：系統架構&amp;操作示範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動畫參考REFERENCE風格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活潑線條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廣景，平視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人走進畫面，手握上手推車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(二)P1停車場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00:09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中景，俯角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手放上推車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文本：BLE Beacon技術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體積小、安裝簡易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(註：此畫面僅為示範安裝)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字卡動畫參考REF風格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技術優點介紹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(二)P1停車場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DD7E6B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抓拍與長官互動畫面穿插</a:t>
                      </a:r>
                      <a:endParaRPr sz="900" b="1">
                        <a:solidFill>
                          <a:srgbClr val="DD7E6B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3" name="Google Shape;83;p16"/>
          <p:cNvGrpSpPr/>
          <p:nvPr/>
        </p:nvGrpSpPr>
        <p:grpSpPr>
          <a:xfrm>
            <a:off x="1219580" y="788087"/>
            <a:ext cx="1733007" cy="943615"/>
            <a:chOff x="1219625" y="788088"/>
            <a:chExt cx="1722500" cy="993175"/>
          </a:xfrm>
        </p:grpSpPr>
        <p:pic>
          <p:nvPicPr>
            <p:cNvPr id="84" name="Google Shape;84;p16"/>
            <p:cNvPicPr preferRelativeResize="0"/>
            <p:nvPr/>
          </p:nvPicPr>
          <p:blipFill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19625" y="788088"/>
              <a:ext cx="1722500" cy="993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6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59488" y="848162"/>
              <a:ext cx="1639276" cy="836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6"/>
            <p:cNvSpPr txBox="1"/>
            <p:nvPr/>
          </p:nvSpPr>
          <p:spPr>
            <a:xfrm>
              <a:off x="1337075" y="1064138"/>
              <a:ext cx="15606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100">
                  <a:solidFill>
                    <a:srgbClr val="FF9900"/>
                  </a:solidFill>
                  <a:highlight>
                    <a:schemeClr val="accent2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智慧手推車操作介紹</a:t>
              </a:r>
              <a:endParaRPr sz="1100">
                <a:solidFill>
                  <a:srgbClr val="FF9900"/>
                </a:solidFill>
                <a:highlight>
                  <a:schemeClr val="accent2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pic>
        <p:nvPicPr>
          <p:cNvPr id="87" name="Google Shape;87;p16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598976" y="3287000"/>
            <a:ext cx="964623" cy="172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1200" y="2700625"/>
            <a:ext cx="1729674" cy="968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6"/>
          <p:cNvGrpSpPr/>
          <p:nvPr/>
        </p:nvGrpSpPr>
        <p:grpSpPr>
          <a:xfrm>
            <a:off x="1220770" y="1733849"/>
            <a:ext cx="1721051" cy="2902452"/>
            <a:chOff x="1209113" y="1781262"/>
            <a:chExt cx="1733008" cy="2902452"/>
          </a:xfrm>
        </p:grpSpPr>
        <p:pic>
          <p:nvPicPr>
            <p:cNvPr id="90" name="Google Shape;90;p16"/>
            <p:cNvPicPr preferRelativeResize="0"/>
            <p:nvPr/>
          </p:nvPicPr>
          <p:blipFill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9113" y="1781262"/>
              <a:ext cx="1733008" cy="968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6"/>
            <p:cNvSpPr txBox="1"/>
            <p:nvPr/>
          </p:nvSpPr>
          <p:spPr>
            <a:xfrm>
              <a:off x="1209130" y="4263714"/>
              <a:ext cx="1560600" cy="4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>
                  <a:solidFill>
                    <a:srgbClr val="FF9900"/>
                  </a:solidFill>
                  <a:highlight>
                    <a:schemeClr val="dk1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BLE Beacon技術</a:t>
              </a:r>
              <a:endParaRPr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>
                  <a:solidFill>
                    <a:srgbClr val="FF9900"/>
                  </a:solidFill>
                  <a:highlight>
                    <a:schemeClr val="dk1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體積小、安裝簡易</a:t>
              </a:r>
              <a:endParaRPr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zh-TW" sz="600">
                  <a:solidFill>
                    <a:srgbClr val="FF9900"/>
                  </a:solidFill>
                  <a:highlight>
                    <a:schemeClr val="dk1"/>
                  </a:highlight>
                  <a:latin typeface="Source Sans Pro"/>
                  <a:ea typeface="Source Sans Pro"/>
                  <a:cs typeface="Source Sans Pro"/>
                  <a:sym typeface="Source Sans Pro"/>
                </a:rPr>
                <a:t>(註：此畫面僅為示範安裝)</a:t>
              </a:r>
              <a:endParaRPr sz="6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92" name="Google Shape;92;p16"/>
          <p:cNvSpPr txBox="1"/>
          <p:nvPr/>
        </p:nvSpPr>
        <p:spPr>
          <a:xfrm>
            <a:off x="1337747" y="2055975"/>
            <a:ext cx="1570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FF9900"/>
                </a:solidFill>
                <a:highlight>
                  <a:schemeClr val="accent2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系統架構&amp;操作示範</a:t>
            </a:r>
            <a:endParaRPr sz="1100">
              <a:solidFill>
                <a:srgbClr val="FF9900"/>
              </a:solidFill>
              <a:highlight>
                <a:schemeClr val="accent2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243975" y="45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片長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00:09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GoPro視角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把推車往外拉出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文本：BLE Beacon技術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功耗低、適合長期使用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字卡動畫參考REF風格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技術優點介紹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(二)P1停車場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中景，仰視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Reapeater呈現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文本：BLE Beacon技術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Repeater擴大信號範圍，確保即時傳輸定位數據</a:t>
                      </a:r>
                      <a:b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</a:b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(註：此畫面僅為示範安裝)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字卡動畫參考REF風格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技術優點介紹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(二)P1停車場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DD7E6B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抓拍與長官互動畫面穿插</a:t>
                      </a:r>
                      <a:endParaRPr sz="900" b="1">
                        <a:solidFill>
                          <a:srgbClr val="DD7E6B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7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把帶有Beacon的手推車拉出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1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水位(二)示範呈現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(二)P1停車場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DD7E6B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抓拍與長官互動畫面穿插</a:t>
                      </a:r>
                      <a:endParaRPr sz="900" b="1">
                        <a:solidFill>
                          <a:srgbClr val="DD7E6B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8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00:19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廣景，平視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人推著手推車離開畫外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文本：精準紀錄手推車蹤跡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分割畫面，由左至右滑進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Dashboard畫面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小地圖中，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數字由1變為0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水位(二)示範呈現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(二)P1停車場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補其他推車角度</a:t>
                      </a:r>
                      <a:endParaRPr sz="900">
                        <a:solidFill>
                          <a:srgbClr val="FFFF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9" name="Google Shape;99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786350"/>
            <a:ext cx="1720776" cy="94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1214375" y="1270050"/>
            <a:ext cx="197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BLE Beacon技術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功耗低、適合長期使用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1731749"/>
            <a:ext cx="1720776" cy="96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1214375" y="2094825"/>
            <a:ext cx="1970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BLE Beacon技術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Repeater擴大信號範圍，確保即時傳輸定位數據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(註：此畫面僅為示範安裝)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3669600"/>
            <a:ext cx="1720776" cy="9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3669600"/>
            <a:ext cx="535788" cy="9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0100" y="2700675"/>
            <a:ext cx="1720776" cy="96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1230100" y="3150600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1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1661600" y="4315425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精準紀錄手推車蹤跡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457075" y="3669600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1</a:t>
            </a:r>
            <a:endParaRPr sz="15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14" name="Google Shape;114;p18"/>
          <p:cNvGraphicFramePr/>
          <p:nvPr/>
        </p:nvGraphicFramePr>
        <p:xfrm>
          <a:off x="243975" y="45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片長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00:19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廣景，平視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手推車過馬路情境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水位(四)示範呈現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(四)南巡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GoPro視角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推車移動情境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2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分割畫面，由左至右滑進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Dashboard畫面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小地圖，數字為0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水位(四)示範呈現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(四)南巡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廣景，平視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把推車推進去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2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分割畫面呈現Dashboard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數字由0變為1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水位(四)示範呈現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(四)南巡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補其他推車角度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12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00:28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與長官們一同移動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DD7E6B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抓拍與長官互動畫面穿插</a:t>
                      </a:r>
                      <a:endParaRPr sz="900" b="1">
                        <a:solidFill>
                          <a:srgbClr val="DD7E6B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5" name="Google Shape;115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775450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2238" y="1755275"/>
            <a:ext cx="1720776" cy="9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1743513"/>
            <a:ext cx="535788" cy="9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2700675"/>
            <a:ext cx="1736499" cy="9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2700663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1470600" y="3346500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2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1503175" y="2377575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2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457075" y="1731750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0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1457075" y="2700675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1</a:t>
            </a:r>
            <a:endParaRPr sz="1500" b="1">
              <a:solidFill>
                <a:srgbClr val="FF0000"/>
              </a:solidFill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2250" y="3680801"/>
            <a:ext cx="1720776" cy="95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243975" y="45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片長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00:28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人走進畫面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3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分割畫面，由左至右滑進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Dashboard畫面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數字為1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水位(五)示範呈現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(五)機捷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補機捷地標畫面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00:32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把推車拉走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3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分割畫面呈現Dashboard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數字由1變為0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水位(五)示範呈現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(五)機捷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補其他推車角度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00:32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POV第一視角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移動畫面，帶到報到大廳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DD7E6B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抓拍與長官互動畫面穿插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16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人邊走邊看著手中平板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(模擬地勤人員)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水位(ㄧ)示範呈現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(ㄧ)出境大廳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1" name="Google Shape;131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775453"/>
            <a:ext cx="1736499" cy="9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1541950" y="1408650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3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775013"/>
            <a:ext cx="535788" cy="96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1744375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1738050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1457075" y="775438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1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1457075" y="1731750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0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1541950" y="2385438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3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2708550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3666425"/>
            <a:ext cx="1736500" cy="9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6" name="Google Shape;146;p20"/>
          <p:cNvGraphicFramePr/>
          <p:nvPr/>
        </p:nvGraphicFramePr>
        <p:xfrm>
          <a:off x="243975" y="45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片長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17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POV第一視角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看著手中平板,dashboard顯示推車位子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4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即時追蹤手推車定位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水位(ㄧ)示範呈現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(ㄧ)出境大廳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18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俯拍，一鏡到底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照著手中的Ipad沿路找到手推車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4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分割畫面呈現Dashboard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數字為5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水位(ㄧ)示範呈現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(ㄧ)出境大廳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補其他找車角度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19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00:35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其他角度補充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沿途找車畫面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4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分割畫面呈現Dashboard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數字為5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水位(ㄧ)示範呈現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(ㄧ)出境大廳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其他找車角度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廣景，平視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長官一同走過馬路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(六)場外停車場上下客區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7" name="Google Shape;147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205"/>
          <a:stretch/>
        </p:blipFill>
        <p:spPr>
          <a:xfrm>
            <a:off x="1218524" y="600794"/>
            <a:ext cx="1728201" cy="113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4386990">
            <a:off x="1864055" y="998086"/>
            <a:ext cx="371666" cy="60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1541950" y="1274788"/>
            <a:ext cx="158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文本：水位點 4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即時追蹤手推車定位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8525" y="1731750"/>
            <a:ext cx="1728200" cy="9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1738050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1457075" y="1731750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5</a:t>
            </a:r>
            <a:endParaRPr sz="1500" b="1">
              <a:solidFill>
                <a:srgbClr val="FF0000"/>
              </a:solidFill>
            </a:endParaRPr>
          </a:p>
        </p:txBody>
      </p:sp>
      <p:pic>
        <p:nvPicPr>
          <p:cNvPr id="153" name="Google Shape;153;p20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8525" y="2708525"/>
            <a:ext cx="1728200" cy="96892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1541950" y="3346488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4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55" name="Google Shape;155;p20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3669600"/>
            <a:ext cx="1728200" cy="96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2711675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1457075" y="2705375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5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1457075" y="2379925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4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4" name="Google Shape;164;p21"/>
          <p:cNvGraphicFramePr/>
          <p:nvPr/>
        </p:nvGraphicFramePr>
        <p:xfrm>
          <a:off x="243975" y="455450"/>
          <a:ext cx="8656050" cy="4183085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片長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人走進畫面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5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分割畫面，由左至右滑進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Dashboard畫面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數字為1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水位(六)示範呈現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(六)場外停車場上下客區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22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00:58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中景，平視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把推車拉走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5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分割畫面呈現Dashboard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數字由1變為0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水位(六)示範呈現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(六)場外停車場上下客區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FFFF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補其他推車角度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00:58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01:00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POV第一視角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移動畫面，帶到電車地標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rgbClr val="DD7E6B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抓拍與長官互動畫面穿插</a:t>
                      </a:r>
                      <a:endParaRPr sz="900" b="1">
                        <a:solidFill>
                          <a:srgbClr val="FFFF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24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01:00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01:03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GoPro視角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推車移動情境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6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分割畫面，由左至右滑進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Dashboard畫面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小地圖，數字為0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水位(七)示範呈現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(七)電車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5" name="Google Shape;165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775453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775013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1457075" y="775438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1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1541950" y="1408650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5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1743950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1738050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1541950" y="2385438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5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2713275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3682225"/>
            <a:ext cx="1736499" cy="956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3674288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1457075" y="1731750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0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1457075" y="3669575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0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1457075" y="4320113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6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4375" y="781337"/>
            <a:ext cx="1736499" cy="9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/>
          <p:nvPr/>
        </p:nvSpPr>
        <p:spPr>
          <a:xfrm>
            <a:off x="50" y="0"/>
            <a:ext cx="9144000" cy="5143500"/>
          </a:xfrm>
          <a:prstGeom prst="rect">
            <a:avLst/>
          </a:prstGeom>
          <a:solidFill>
            <a:srgbClr val="000000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4" name="Google Shape;184;p22"/>
          <p:cNvGraphicFramePr/>
          <p:nvPr/>
        </p:nvGraphicFramePr>
        <p:xfrm>
          <a:off x="243975" y="45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{2B58A4F3-8D86-4FA4-8355-6682984D4504}</a:tableStyleId>
              </a:tblPr>
              <a:tblGrid>
                <a:gridCol w="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6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順序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片長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畫面示意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畫面說明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動畫說明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POC重點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場地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備註</a:t>
                      </a:r>
                      <a:endParaRPr sz="900" b="1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25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01:03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-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01:05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廣景，平視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把推車推進去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 b="1">
                          <a:solidFill>
                            <a:srgbClr val="FF9900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文本：水位點 6 示範呈現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分割畫面呈現Dashboard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小地圖，</a:t>
                      </a:r>
                      <a:r>
                        <a:rPr lang="zh-TW" sz="900" b="1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數字由0變為1</a:t>
                      </a: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rgbClr val="FF9900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水位(七)示範呈現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chemeClr val="lt1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(七)電車</a:t>
                      </a: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lt1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5" name="Google Shape;185;p22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4387" y="775013"/>
            <a:ext cx="535788" cy="9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1457075" y="775438"/>
            <a:ext cx="2931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>
                <a:solidFill>
                  <a:srgbClr val="FF0000"/>
                </a:solidFill>
              </a:rPr>
              <a:t>1</a:t>
            </a:r>
            <a:endParaRPr sz="1500" b="1">
              <a:solidFill>
                <a:srgbClr val="FF0000"/>
              </a:solidFill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541950" y="1408650"/>
            <a:ext cx="15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>
                <a:solidFill>
                  <a:srgbClr val="FF9900"/>
                </a:solidFill>
                <a:highlight>
                  <a:schemeClr val="dk1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水位點 6 示範呈現</a:t>
            </a:r>
            <a:endParaRPr sz="900">
              <a:solidFill>
                <a:srgbClr val="FF9900"/>
              </a:solidFill>
              <a:highlight>
                <a:schemeClr val="dk1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69620"/>
          </a:srgbClr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3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3625" y="442950"/>
            <a:ext cx="4976750" cy="42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1381</Words>
  <Application>Microsoft Macintosh PowerPoint</Application>
  <PresentationFormat>如螢幕大小 (16:9)</PresentationFormat>
  <Paragraphs>385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Source Sans Pro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OSENSETECH3</cp:lastModifiedBy>
  <cp:revision>4</cp:revision>
  <dcterms:modified xsi:type="dcterms:W3CDTF">2026-05-12T07:53:56Z</dcterms:modified>
</cp:coreProperties>
</file>